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2560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减脂小助手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Vue3 + SpringBoot 的智能健康管理平台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答辩人：谢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广西中医药大学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信息管理与信息系统专业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2926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💪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5603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🪑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久坐少动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大学生长时间坐在教室和宿舍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缺乏规律的体育锻炼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25603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🍔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饮食不规律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外卖频繁、三餐不定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热量摄入难以控制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25603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缺乏量化管理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423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没有便捷的工具记录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和分析自己的健康数据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解决方案：开发一款集饮食记录、运动追踪、AI智能分析于一体的减脂管理平台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系统功能总览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注册登录、个人资料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权限控制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73152" cy="155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7764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饮食记录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77640" y="1691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记录每餐食物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自动AI估算热量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73152" cy="155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🏃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运动记录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1691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记录运动项目与时长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AI计算消耗热量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BMI 检测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基于身高体重计算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健康体重评估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17520"/>
            <a:ext cx="73152" cy="155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7764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每日打卡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77640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6项健康目标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连续打卡统计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73152" cy="155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1228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AI分析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DeepSeek智能分析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个性化健康建议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846320"/>
            <a:ext cx="73152" cy="155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143000" y="4983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进度追踪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5349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历史数据查看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减脂趋势可视化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技术选型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828800" cy="5943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1188720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1887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3.5  ·  Vite 8  ·  Vue Router 5  ·  Axios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182880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385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6000" y="1938528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93852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3.1  ·  RESTful API  ·  CORS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1828800" cy="5943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8833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持久层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0" y="2688336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268833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 3.5  ·  MySQL 8.0  ·  Redis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1828800" cy="59436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3814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86000" y="3438144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343814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Chat API  ·  智能热量估算  ·  健康分析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1828800" cy="594360"/>
          </a:xfrm>
          <a:prstGeom prst="rect">
            <a:avLst/>
          </a:prstGeom>
          <a:solidFill>
            <a:srgbClr val="8B8B8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8795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286000" y="4187952"/>
            <a:ext cx="6400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418795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 ·  JDK 17  ·  Maven  ·  IntelliJ IDEA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3200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 (Vue 3)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登录 / 注册页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首页仪表盘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BMI 检测页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饮食记录页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运动记录页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打卡进度页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33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个人中心页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(Axios HTTP)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6B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480560" y="1280160"/>
            <a:ext cx="2103120" cy="32004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280160"/>
            <a:ext cx="21031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 (Spring Boot)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UserController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DietRecordCtrl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596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SportRecordCtrl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CheckinCtrl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AiController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9800"/>
                </a:solidFill>
              </a:rPr>
              <a:t>→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4360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40880" y="1280160"/>
            <a:ext cx="1645920" cy="1645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1280160"/>
            <a:ext cx="1645920" cy="4114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17830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diet_record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sport_record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checkin_record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3200400"/>
            <a:ext cx="1645920" cy="128016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40880" y="3200400"/>
            <a:ext cx="1645920" cy="4114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3200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DeepSeek AI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3703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食物热量估算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运动消耗计算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综合健康分析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 ↗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411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user（用户表）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username, password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phone, nickname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birthDate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height, weight, avatar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createdAt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diet_record（饮食）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userId (FK)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recordDate, mealType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foodName, calories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4023360" cy="4114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sport_record（运动）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userId (FK)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exerciseType, exerciseName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duration, calories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recordDate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4023360" cy="4114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108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checkin_record（打卡）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userId (FK)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checkinDate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exercise, diet, water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sleep, nosnack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weightLog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核心功能：用户系统 &amp; BMI检测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注册 / 登录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注册功能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用户名唯一性校验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密码格式验证（6-10位，字母+数字）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确认密码一致性检查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登录功能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用户名密码验证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用户状态检查（status字段）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SessionStorage存储登录状态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路由守卫 beforeEach 保护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BMI 检测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检测原理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= 体重(kg) ÷ 身高(m)²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基于用户填写的身高体重自动计算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健康评估标准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偏瘦：&lt; 18.5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正常：18.5 ~ 23.9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偏胖：24 ~ 27.9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肥胖：≥ 28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核心功能：饮食与运动记录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🍱 饮食记录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记录内容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餐次选择（早/午/晚/加餐）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食物名称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卡路里（可手动或AI自动）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AI智能估算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输入食物名称 → DeepSeek自动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返回估算热量(kcal)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支持按日期筛选查询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运动记录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记录内容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运动类型（有氧/力量/柔韧/球类）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运动项目名称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时长（分钟）+ 消耗热量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AI智能估算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根据运动名+时长 → DeepSeek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估算70kg体重消耗热量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支持备注说明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核心功能：AI 智能分析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560320" cy="25603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采集数据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用户信息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今日饮食记录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今日运动记录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6B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560320" cy="25603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4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AI分析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2860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构造Prompt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调用DeepSeek API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结构化JSON返回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6B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2560320" cy="25603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188720"/>
            <a:ext cx="25603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展示结果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22860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热量摄入/消耗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平衡分析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饮食运动建议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Prompt示例："你是专业营养师和健身教练。根据用户信息和今日记录进行分析，返回JSON格式：caloriesIn, caloriesOut, balance, dietAdvice, sportAdvice, summary"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核心功能：每日打卡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🏃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运动打卡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今日是否完成运动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73152" cy="10972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776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饮食控制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7764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饮食是否合理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73152" cy="10972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喝水达标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每日饮水量达标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60320"/>
            <a:ext cx="73152" cy="10972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😴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睡眠质量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睡眠是否充足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5603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560320"/>
            <a:ext cx="73152" cy="10972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7764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拒绝零食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97764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未吃高热量零食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56032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560320"/>
            <a:ext cx="73152" cy="10972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1228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体重记录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今日是否称重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连续打卡机制：每日完成进度实时显示 → 完成全部6项获得完美打卡 → 连续天数累计激励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已实现功能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前后端分离架构，RESTful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完整的用户注册登录体系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饮食记录 + AI热量自动估算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运动记录 + AI消耗自动计算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6维度每日打卡 + 连续激励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BMI健康体重评估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AI综合健康分析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MyBatis-Plus简化数据库操作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路由守卫保护用户隐私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未来展望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数据可视化增强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ECharts图表展示体重趋势、热量曲线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智能设备对接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接入小米手环等可穿戴设备数据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社交互动功能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好友PK、排行榜、分享打卡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个性化推荐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AI生成每周饮食运动计划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感谢各位老师的指导与聆听！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敬请指导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减脂小助手 - 答辩PPT</dc:title>
  <dc:subject>PptxGenJS Presentation</dc:subject>
  <dc:creator>谢</dc:creator>
  <cp:lastModifiedBy>谢</cp:lastModifiedBy>
  <cp:revision>1</cp:revision>
  <dcterms:created xsi:type="dcterms:W3CDTF">2026-06-20T13:04:30Z</dcterms:created>
  <dcterms:modified xsi:type="dcterms:W3CDTF">2026-06-20T13:04:30Z</dcterms:modified>
</cp:coreProperties>
</file>